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reen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GreenLoop 3.0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Efficiency-by-Design for a Circular Future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Healing the Earth, Securing the Smile 🌱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CIRDAP-REEDS Rural Development Innovation Challenge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High-Use Paradox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Fertilizer usage increases while Nutrient Use Efficiency (NUE) declines alarmingly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4572000" cy="13716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Previous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🇨🇳 China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🇮🇳 India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42%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🇧🇩 Bangladesh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GDP Loss 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2103120"/>
            <a:ext cx="3200400" cy="1645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Impact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25603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India: $8+ billion subsidy leakage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China: 50% fertilizer waste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Bangladesh: 6-20% losses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Circularity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12-Parameter Soil Sensor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3F4D+MD Protocol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Solar Cold 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Blockchain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SHA-256 Hash-Linking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Farmer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Transformation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ASC Institution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Facilitators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MEL 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Impact Metrics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146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Savings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3,500kg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CO₂/year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CIRDAP 2026: Four Pillars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Gender-Responsive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Family Cards, Women Empowerment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Resilience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3F4D+MD Protocol, Solar Infrastructure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Blockchain, Data Sovereignty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Livelihood Diversification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ASC, Youth Employment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 'Four Betters'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 recovery, 20-32% yield increase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Nutrition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9-21% arsenic reduction, food security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Environment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water savings, CO₂ reduction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Life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$72/acre income, youth employment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029200" cy="22860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Hardware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Soil Sensors &amp; IoT Kits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$17,500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Software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Blockchain &amp; e-Bill 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Digital Facilitators &amp; Farmers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MEL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Resilience Index Monitoring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Admin, Audit, Contingency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$20,125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Pilot Budget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A4E"/>
                          </a:solidFill>
                        </a:rPr>
                        <a:t>$92,625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228600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607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/Farmer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14.47%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 &gt;3.0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Benefit-Cost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645920"/>
            <a:ext cx="54864" cy="6400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(2026)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farmers, ASC establishment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" y="2651760"/>
            <a:ext cx="54864" cy="6400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(2028)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Scale-up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farmers, regional expansion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(2030)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CIRDAP countries, 500K farmers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Alignment: SDG 1, 2, 5, 6,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reen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Innovation, Endless Change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Countless Smiles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Innovator: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 Md Moniruzjaman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Deputy Director (Horticulture)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DAE, Kurigram, Bangladesh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+8801712653740 | 📧 mithun.hstu@gmail.com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GreenLoop 3.0 - CIRDAP Innovation Challenge 2026</dc:title>
  <dc:subject>CIRDAP-REEDS Rural Development Innovation Challenge 2026</dc:subject>
  <dc:creator>GreenLoop 3.0 Team</dc:creator>
  <cp:lastModifiedBy>GreenLoop 3.0 Team</cp:lastModifiedBy>
  <cp:revision>1</cp:revision>
  <dcterms:created xsi:type="dcterms:W3CDTF">2026-03-27T15:12:02Z</dcterms:created>
  <dcterms:modified xsi:type="dcterms:W3CDTF">2026-03-27T15:12:02Z</dcterms:modified>
</cp:coreProperties>
</file>