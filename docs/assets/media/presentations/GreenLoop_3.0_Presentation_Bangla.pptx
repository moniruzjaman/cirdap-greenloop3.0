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reen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GreenLoop 3.0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বিজ্ঞানভিত্তিক কার্যকর পদ্ধতিতে সার্কুলার ফিউচার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পৃথিবীকে সুস্থ করি, হাসি ফিরিয়ে আনি 🌱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CIRDAP-REEDS গ্রামীণ উন্নয়ন উদ্ভাবন চ্যালেঞ্জ ২০২৬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সমস্যার বিবৃতি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হাই-ইউজ প্যারাডক্স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সারের ব্যবহার বাড়লেও নিউট্রিয়েন্ট ইউজ এফিশিয়েন্সি (NUE) আশঙ্কাজনকভাবে হ্রাস পাচ্ছে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4572000" cy="13716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দেশ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পূর্বে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বর্তমান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🇨🇳 চীন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61%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🇮🇳 ভারত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42%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🇧🇩 বাংলাদেশ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GDP ক্ষতি ৪%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2103120"/>
            <a:ext cx="3200400" cy="1645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অর্থনৈতিক প্রভাব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256032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ভারত: $৮+ বিলিয়ন ভর্তুকি লিকেজ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চীন: ৫০% সারের অপচয়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বাংলাদেশ: ৬-২০% ক্ষতি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ত্রি-স্তরীয় আর্কিটেকচার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ফিজিক্যাল সার্কুলারিটি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১২-প্যারামিটার সয়েল সেন্সর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৩এফ৪ডি+এমডি প্রোটোকল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সোলার কোল্ড চেইন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1645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ডিজিটাল গভর্ন্যান্স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হাইব্রিড ব্লকচেইন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SHA-256 হ্যাশ-লিংকিং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স্মার্ট ফার্মার কার্ড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743200" cy="164592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রুরাল ট্রান্সফরমেশন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ASC ইনস্টিটিউশন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ডিজিটাল ফ্যাসিলিটেটর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MEL ফ্রেমওয়ার্ক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মূল প্রভাব সূচক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মুনাফা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146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146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ফলন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পানি সাশ্রয়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3,500kg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6294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CO₂/year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সিরডাপ ২০২৬: চার স্তম্ভ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DF2F8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জেন্ডার-রেসপন্সিভ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ডিজিটাল ফ্যামিলি কার্ড, নারী ক্ষমতায়ন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ক্লাইমেট রেজিলিয়েন্স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৩এফ৪ডি+এমডি প্রোটোকল, সৌর অবকাঠামো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93192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ডিজিটাল ট্রান্সফরমেশন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হাইব্রিড ব্লকচেইন, ডাটা সার্বভৌমত্ব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393192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লাইভলিহুড ডাইভারসিফিকেশন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ASC, যুব কর্মসংস্থান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FAO 'ফোর বেটার্স' ফ্রেমওয়ার্ক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উন্নত উৎপাদন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 পুনরুদ্ধার, ২০-৩২% ফলন বৃদ্ধি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উন্নত পুষ্টি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৯-২১% আর্সেনিক হ্রাস, খাদ্য নিরাপত্তা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উন্নত পরিবেশ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৫৭% পানি সাশ্রয়, CO₂ হ্রাস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90372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উন্নত জীবন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$৭২/একর আয়, যুব কর্মসংস্থান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আর্থিক কাঠামো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029200" cy="228600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ক্যাটাগরি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বিবরণ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হার্ডওয়্যার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সয়েল সেন্সর ও IoT কিট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$17,500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সফটওয়্যার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ব্লকচেইন ও e-Bill ডেভেলপমেন্ট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$25,000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প্রশিক্ষণ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ডিজিটাল ফ্যাসিলিটেটর ও কৃষক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MEL সিস্টেম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রেজিলিয়েন্স ইনডেক্স মনিটরিং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$15,000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অপারেশন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অ্যাডমিন, অডিট, কন্টিনজেন্সি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$20,125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মোট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পাইলট বাজেট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A4E"/>
                          </a:solidFill>
                        </a:rPr>
                        <a:t>$92,625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108960" cy="2286000"/>
          </a:xfrm>
          <a:prstGeom prst="rect">
            <a:avLst/>
          </a:prstGeom>
          <a:solidFill>
            <a:srgbClr val="006A4E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মূল মেট্রিক্স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6072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/কৃষক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14.47%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0" y="1920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2468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 &gt;3.0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6072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বেনিফিট-কস্ট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0" y="2468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31520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খরচ হ্রাস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২০৩০ রোডম্যাপ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645920"/>
            <a:ext cx="54864" cy="6400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১ম বছর (২০২৬)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পাইলট ফেজ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৫০০ কৃষক, ASC স্থাপন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612648" y="2651760"/>
            <a:ext cx="54864" cy="64008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৩য় বছর (২০২৮)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ন্যাশনাল স্কেলআপ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৫,০০০+ কৃষক, আঞ্চলিক এক্সপ্যানশন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৫ম বছর (২০৩০)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রিজিওনাল এক্সপ্যানশন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১৫ CIRDAP দেশ, ৫ লক্ষ কৃষক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অ্যালাইনমেন্ট: SDG 1, 2, 5, 6, 13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green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একটি উদ্ভাবন, অসীম পরিবর্তন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অসংখ্য হাসি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প্রকল্প উদ্ভাবক: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আবু মো. মনিরুজ্জামান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উপ-পরিচালক (উদ্যান শাখা)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কৃষি সম্প্রসারণ অধিদপ্তর, কুড়িগ্রাম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০১৭১২৬৫৩৭৪০ | 📧 mithun.hstu@gmail.com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GreenLoop 3.0 - সিরডাপ উদ্ভাবন চ্যালেঞ্জ ২০২৬</dc:title>
  <dc:subject>CIRDAP-REEDS Rural Development Innovation Challenge 2026</dc:subject>
  <dc:creator>GreenLoop 3.0 Team</dc:creator>
  <cp:lastModifiedBy>GreenLoop 3.0 Team</cp:lastModifiedBy>
  <cp:revision>1</cp:revision>
  <dcterms:created xsi:type="dcterms:W3CDTF">2026-03-27T15:12:02Z</dcterms:created>
  <dcterms:modified xsi:type="dcterms:W3CDTF">2026-03-27T15:12:02Z</dcterms:modified>
</cp:coreProperties>
</file>